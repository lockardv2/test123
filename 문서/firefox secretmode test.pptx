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de37386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de37386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firefox secret mode edit test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google slides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firefox secret mode google slides edit test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test message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add test message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add test message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add test message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ecudaim_test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300" y="1152475"/>
            <a:ext cx="3608525" cy="360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